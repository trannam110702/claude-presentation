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Skills hay MCP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trong kỷ nguyên Claude Code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Skills đang phủ sóng khắp nơi — liệu nó có khai tử MCP?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2B0"/>
                </a:solidFill>
              </a:rPr>
              <a:t>Có thể. Nhưng trước hết, hãy nhìn nhận MCP một cách công bằng.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Ôn lại về MCP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Một agent + LLM không thể tự với tới dữ liệu của công ty bạn. MCP giải quyết điều đó.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937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09728" cy="4937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Vấn đề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LLM chỉ biết những gì nó đọc trên Internet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Không biết gì về ticket, wiki, Google Docs nội bộ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Chỉ trả về văn bản — không thể hành động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Ta cần agent tạo ra tác động thật ngoài thế giới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5212080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MCP server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Đứng giữa agent và mớ API hỗn độn bên ngoài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Thực thi tool call và cung cấp resource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Giao diện chuẩn hoá, cắm-là-chạy cho agent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Tự quảng bá khả năng — chỉ cần trỏ tới là dùng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 tháng qua MCP đã thay đổi gì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Ba cập nhật đáng chú 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109728" cy="1508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Resources gần như bị bỏ rơi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Hầu như không ai dùng resource API ngoài thực tế. Cộng đồng đã chọn dùng tool call — một truy vấn resource giờ chỉ là một tool call. Bài học thú vị về cách API tiến hoá.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17520"/>
            <a:ext cx="109728" cy="1508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Streamable HTTP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Thay thế cho server-sent events cũ. Gọn gàng hơn về mạng và triển khai, đặc biệt khi MCP server chạy trên cloud.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508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709160"/>
            <a:ext cx="109728" cy="1508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46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Hỗ trợ OAuth 2.1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Auth từng là điểm đau. Giờ người dùng thấy pop-up OAuth quen thuộc (vd: GitHub). Một server cloud có thể lo auth thay cho agent chạy local.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OAuth: tuyệt cho laptop, vướng cho microservice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Use case phổ biến nhất hiện nay vẫn là agent chạy local.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937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09728" cy="4937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Agent local 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Ví dụ: Claude Code chạy trên laptop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Người dùng thấy pop-up OAuth quen thuộc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Bấm chấp thuận — agent nhận token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Hoạt động rất ngon trong thực tế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5212080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Microservice headless 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Không có người ngồi bấm 'Approve'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Pop-up OAuth không hợp với kịch bản này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Đang chờ giải pháp tốt hơn cho microservice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Đáng theo dõi khi hệ sinh thái tiến hoá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là gì?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Một file markdown mà agent có thể đọc — kèm vài bạn đồng hành tuỳ chọn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09728" cy="4937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Bản chất là một file văn bản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106070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skill.md: prompt mở rộng, chứa quy trình, lời khuyên, điều kiện cho một tác vụ cụ thể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Mã hoá phần 'làm cho thật giỏi' những việc LLM có thể làm — nhưng chưa đủ tốt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Có thể tham chiếu thư mục con: /resources cho dữ liệu tham khảo tĩnh, /scripts cho bash hoặc Python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Script làm được những việc model một mình khó làm (vd: sửa ô Excel cụ thể qua API)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Skills ra đời như plugin cho Claude Desktop và Claude Code — phân phối dưới dạng cây thư mục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Không có khái niệm 'skill host trên cloud' — nó nằm trên file system nơi agent có thể thấy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và MCP — chỗ chồng lấn và chỗ khác biệt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Nhìn xa thì giống. Nhìn gần thì không.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Dữ liệu thời gian thực: khách hàng, ticket, Kafka 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Dữ liệu tham khảo tĩnh — kéo kiến thức tiềm ẩn ra phía trước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Hành động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 tới dịch vụ mạng, thường cần 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local (bash, Python) tác động lên file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Định hướng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ra cloud — deploy, mở issue, đổi trạng thái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vào laptop — môi trường local, file 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phối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để agent trỏ tới; tự quảng bá khả năng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Cây thư mục trên đĩa; chia sẻ qua GitHub, không host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luận 'Skills thay được MCP'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Vì sao có người tin như vậy — và chỗ lập luận đó vỡ trận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937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09728" cy="4937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Coding agent local: thay được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Script trong skill có thể gọi CLI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CLI tự lo việc auth/token của nó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Nhìn rất giống một MCP tool call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Với coding agent local — case phổ biến nhất — đây là phương án thay thế hợp lý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5212080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Microservice agentic: không thay được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Agent tự viết, chạy headless trên cloud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Không có file system local, không có CLI tương tác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Vẫn cần giao diện chuẩn mà MCP cung cấp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</a:rPr>
              <a:t>Skills + script + CLI không khớp với hình hài này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Những điểm cần nhớ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Bối cảnh tiến hoá nhanh nhất tôi từng thấy trong hơn 30 năm làm phần mềm.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2286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Skills không thay thế MCP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Có chồng lấn thật, nhưng hai thứ giải quyết bài toán khác nhau ở tầng khác nhau.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417320"/>
            <a:ext cx="109728" cy="2286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600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MCP vẫn rất cần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29400" y="2194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Đặc biệt cho microservice headless — thứ cần một giao diện tool chuẩn hoá.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31920"/>
            <a:ext cx="109728" cy="2286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Skills cũng rất cần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Quy trình local, script và dữ liệu tham khảo mà agent nên luôn biết.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393192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931920"/>
            <a:ext cx="109728" cy="2286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Theo dõi sự hội tụ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29400" y="47091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Đã có Python API cho phép agent tự viết thực thi Skills — ý tưởng đang lan từ coding agent ra ngoài.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Bạn cần biết — và dùng — cả hai. Hẹn gặp lại lần sau.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Skills hay MCP trong kỷ nguyên Claude Code</dc:title>
  <dc:subject>PptxGenJS Presentation</dc:subject>
  <dc:creator>PptxGenJS</dc:creator>
  <cp:lastModifiedBy>PptxGenJS</cp:lastModifiedBy>
  <cp:revision>1</cp:revision>
  <dcterms:created xsi:type="dcterms:W3CDTF">2026-04-08T04:36:40Z</dcterms:created>
  <dcterms:modified xsi:type="dcterms:W3CDTF">2026-04-08T04:36:40Z</dcterms:modified>
</cp:coreProperties>
</file>