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 or MCP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era of Claude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Skills are everywhere — do they spell the end of MCP?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2B0"/>
                </a:solidFill>
              </a:rPr>
              <a:t>Maybe. But first, let's give MCP a fair shake.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refreshed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An agent + LLM can't reach into your company. MCP fixes that.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An LLM only knows what it read on the internet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It doesn't know your tickets, wikis, or Google Docs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And it can only return text — it can't take 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We want agents that cause real effects in the world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MCP server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Sits between the agent and the messy world of APIs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Implements tool calls and exposes resources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Standardized, pluggable interface for the agent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Advertises its capabilities — point and play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the last 9–12 months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Three updates worth knowing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109728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Resources fell out of fashion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Almost no one uses the resource API in the wild. The community settled on tool calls — a resource query is just another tool call. Interesting lesson in how APIs evolve.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17520"/>
            <a:ext cx="109728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Streamable HTTP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Replaces the old server-sent-events transport. Cleaner from a networking and deployment standpoint, especially for MCP servers running in the cloud.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709160"/>
            <a:ext cx="109728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OAuth 2.1 support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Auth was an early sore spot. Now the user gets the normal OAuth pop-up (e.g. GitHub). One cloud-hosted server can broker auth for a locally running agent.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OAuth: great for laptops, awkward for microservices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The dominant use case today is the locally running agent.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Local agent 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Think Claude Code on your laptop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User sees a familiar OAuth pop-up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Approves access — agent gets a token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Works beautifully in practice today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Headless microservice 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No human at a browser to click 'Approve'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Pop-up OAuth flow doesn't fit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Better solutions are promised for this case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Worth keeping an eye on as it evolves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Skill?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 markdown file the agent can read — plus optional friends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Fundamentally a text file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skill.md: an extended prompt with specialized procedures, advice, conditions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Encodes the 'good at it' for tasks the LLM could do — but not as well as you'd like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Can reference sub-directories: /resources for static reference data, /scripts for bash or Python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Scripts can do things that are hard for the model alone (e.g. edit specific Excel cells via an API)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Skills shipped as plugins for Claude Desktop and Claude Code — distributed as a directory tree on disk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There is no 'hosted skill in the cloud' — they live on the file system where the agent can see them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Skills and MCP overlap — and where they don't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They look similar from a distance. They're not the same.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real-time data: customer records, tickets, Kafka topics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reference data — bring latent knowledge to the 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calls into networked services, often with 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scripts (bash, Python) acting on the file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there in the cloud — deploy, file an issue, change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here on your laptop — local environment, local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you point the agent at; advertises capabilities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tree on disk; ship via GitHub, no cloud 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substitution argument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Why people say Skills could replace MCP — and where it falls apart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Local coding agent: substitution works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 skill script can shell out to a CLI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CLI already handles its own auth/tokens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That starts to look a lot like an MCP tool call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For local coding agents — by far the common case — it's a fair substitute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Agentic microservice: it doesn't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Custom agent running headlessly in the cloud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No local file system, no friendly CLI sessions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Still needs the standard interface MCP provides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Skills + scripts + CLIs don't fit this shape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The most rapidly evolving landscape in 30+ years of software engineering.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Skills don't replace MCP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There's real overlap, but they solve different problems at different layers.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MCP is still essential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Especially for headless, agentic microservices that need a standard tool interface.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Skills are essential too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Local procedures, scripts, and reference data the agent should always know about.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39319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9319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Watch the convergence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29400" y="4709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 Python API now lets custom agents execute Skills — coding-agent ideas are leaking out.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You need to know — and use — both. See you next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or MCP in the era of Claude Code</dc:title>
  <dc:subject>PptxGenJS Presentation</dc:subject>
  <dc:creator>PptxGenJS</dc:creator>
  <cp:lastModifiedBy>PptxGenJS</cp:lastModifiedBy>
  <cp:revision>1</cp:revision>
  <dcterms:created xsi:type="dcterms:W3CDTF">2026-04-08T04:31:42Z</dcterms:created>
  <dcterms:modified xsi:type="dcterms:W3CDTF">2026-04-08T04:31:42Z</dcterms:modified>
</cp:coreProperties>
</file>